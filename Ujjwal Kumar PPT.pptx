
<file path=[Content_Types].xml><?xml version="1.0" encoding="utf-8"?>
<Types xmlns="http://schemas.openxmlformats.org/package/2006/content-types">
  <Default Extension="jpeg" ContentType="image/jpe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p:sldMasterIdLst>
    <p:sldMasterId id="2147483648" r:id="rId1"/>
  </p:sldMasterIdLst>
  <p:sldIdLst>
    <p:sldId id="256" r:id="rId2"/>
    <p:sldId id="257" r:id="rId3"/>
    <p:sldId id="258" r:id="rId4"/>
    <p:sldId id="259" r:id="rId5"/>
    <p:sldId id="260" r:id="rId6"/>
  </p:sldIdLst>
  <p:sldSz cx="12192000" cy="6858000"/>
  <p:notesSz cx="6858000" cy="9144000"/>
  <p:defaultTex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32767"/>
    </p:ext>
    <p:ext uri="{FD5EFAAD-0ECE-453E-9831-46B23BE46B34}">
      <p15:chartTrackingRefBased xmlns:p15="http://schemas.microsoft.com/office/powerpoint/2012/main" val="1"/>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p:restoredLeft sz="15014" autoAdjust="0"/>
    <p:restoredTop sz="94660"/>
  </p:normalViewPr>
  <p:slideViewPr>
    <p:cSldViewPr snapToGrid="0">
      <p:cViewPr varScale="1">
        <p:scale>
          <a:sx n="82" d="100"/>
          <a:sy n="82" d="100"/>
        </p:scale>
        <p:origin x="720" y="58"/>
      </p:cViewPr>
      <p:guideLst/>
    </p:cSldViewPr>
  </p:slideViewPr>
  <p:notesTextViewPr>
    <p:cViewPr>
      <p:scale>
        <a:sx n="1" d="1"/>
        <a:sy n="1" d="1"/>
      </p:scale>
      <p:origin x="0" y="0"/>
    </p:cViewPr>
  </p:notesTextViewPr>
  <p:gridSpacing cx="72008" cy="72008"/>
</p:viewPr>
</file>

<file path=ppt/_rels/presentation.xml.rels><?xml version="1.0" encoding="UTF-8" standalone="yes"?>
<Relationships xmlns="http://schemas.openxmlformats.org/package/2006/relationships"><Relationship Id="rId8" Type="http://schemas.openxmlformats.org/officeDocument/2006/relationships/viewProps" Target="viewProps.xml"/><Relationship Id="rId3" Type="http://schemas.openxmlformats.org/officeDocument/2006/relationships/slide" Target="slides/slide2.xml"/><Relationship Id="rId7" Type="http://schemas.openxmlformats.org/officeDocument/2006/relationships/presProps" Target="presProps.xml"/><Relationship Id="rId2" Type="http://schemas.openxmlformats.org/officeDocument/2006/relationships/slide" Target="slides/slide1.xml"/><Relationship Id="rId1" Type="http://schemas.openxmlformats.org/officeDocument/2006/relationships/slideMaster" Target="slideMasters/slideMaster1.xml"/><Relationship Id="rId6" Type="http://schemas.openxmlformats.org/officeDocument/2006/relationships/slide" Target="slides/slide5.xml"/><Relationship Id="rId5" Type="http://schemas.openxmlformats.org/officeDocument/2006/relationships/slide" Target="slides/slide4.xml"/><Relationship Id="rId10" Type="http://schemas.openxmlformats.org/officeDocument/2006/relationships/tableStyles" Target="tableStyles.xml"/><Relationship Id="rId4" Type="http://schemas.openxmlformats.org/officeDocument/2006/relationships/slide" Target="slides/slide3.xml"/><Relationship Id="rId9" Type="http://schemas.openxmlformats.org/officeDocument/2006/relationships/theme" Target="theme/theme1.xml"/></Relationship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84DB2252-E06C-A6E9-F55E-532AF83E9B09}"/>
              </a:ext>
            </a:extLst>
          </p:cNvPr>
          <p:cNvSpPr>
            <a:spLocks noGrp="1"/>
          </p:cNvSpPr>
          <p:nvPr>
            <p:ph type="ctrTitle"/>
          </p:nvPr>
        </p:nvSpPr>
        <p:spPr>
          <a:xfrm>
            <a:off x="1524000" y="1122363"/>
            <a:ext cx="9144000" cy="2387600"/>
          </a:xfrm>
        </p:spPr>
        <p:txBody>
          <a:bodyPr anchor="b"/>
          <a:lstStyle>
            <a:lvl1pPr algn="ctr">
              <a:defRPr sz="6000"/>
            </a:lvl1pPr>
          </a:lstStyle>
          <a:p>
            <a:r>
              <a:rPr lang="en-US"/>
              <a:t>Click to edit Master title style</a:t>
            </a:r>
            <a:endParaRPr lang="en-IN"/>
          </a:p>
        </p:txBody>
      </p:sp>
      <p:sp>
        <p:nvSpPr>
          <p:cNvPr id="3" name="Subtitle 2">
            <a:extLst>
              <a:ext uri="{FF2B5EF4-FFF2-40B4-BE49-F238E27FC236}">
                <a16:creationId xmlns:a16="http://schemas.microsoft.com/office/drawing/2014/main" id="{B83622ED-25EC-A9A2-0C11-57A95922ECD7}"/>
              </a:ext>
            </a:extLst>
          </p:cNvPr>
          <p:cNvSpPr>
            <a:spLocks noGrp="1"/>
          </p:cNvSpPr>
          <p:nvPr>
            <p:ph type="subTitle" idx="1"/>
          </p:nvPr>
        </p:nvSpPr>
        <p:spPr>
          <a:xfrm>
            <a:off x="1524000" y="3602038"/>
            <a:ext cx="9144000" cy="1655762"/>
          </a:xfrm>
        </p:spPr>
        <p:txBody>
          <a:bodyPr/>
          <a:lstStyle>
            <a:lvl1pPr marL="0" indent="0" algn="ctr">
              <a:buNone/>
              <a:defRPr sz="2400"/>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en-US"/>
              <a:t>Click to edit Master subtitle style</a:t>
            </a:r>
            <a:endParaRPr lang="en-IN"/>
          </a:p>
        </p:txBody>
      </p:sp>
      <p:sp>
        <p:nvSpPr>
          <p:cNvPr id="4" name="Date Placeholder 3">
            <a:extLst>
              <a:ext uri="{FF2B5EF4-FFF2-40B4-BE49-F238E27FC236}">
                <a16:creationId xmlns:a16="http://schemas.microsoft.com/office/drawing/2014/main" id="{D9B1481F-F299-5496-A5B8-32ABBA309E23}"/>
              </a:ext>
            </a:extLst>
          </p:cNvPr>
          <p:cNvSpPr>
            <a:spLocks noGrp="1"/>
          </p:cNvSpPr>
          <p:nvPr>
            <p:ph type="dt" sz="half" idx="10"/>
          </p:nvPr>
        </p:nvSpPr>
        <p:spPr/>
        <p:txBody>
          <a:bodyPr/>
          <a:lstStyle/>
          <a:p>
            <a:fld id="{F1E25948-9685-49B4-B7D5-178421AB97CC}" type="datetimeFigureOut">
              <a:rPr lang="en-IN" smtClean="0"/>
              <a:t>18-11-2025</a:t>
            </a:fld>
            <a:endParaRPr lang="en-IN"/>
          </a:p>
        </p:txBody>
      </p:sp>
      <p:sp>
        <p:nvSpPr>
          <p:cNvPr id="5" name="Footer Placeholder 4">
            <a:extLst>
              <a:ext uri="{FF2B5EF4-FFF2-40B4-BE49-F238E27FC236}">
                <a16:creationId xmlns:a16="http://schemas.microsoft.com/office/drawing/2014/main" id="{8789B863-9517-8E53-B8BD-97FAF01B79B2}"/>
              </a:ext>
            </a:extLst>
          </p:cNvPr>
          <p:cNvSpPr>
            <a:spLocks noGrp="1"/>
          </p:cNvSpPr>
          <p:nvPr>
            <p:ph type="ftr" sz="quarter" idx="11"/>
          </p:nvPr>
        </p:nvSpPr>
        <p:spPr/>
        <p:txBody>
          <a:bodyPr/>
          <a:lstStyle/>
          <a:p>
            <a:endParaRPr lang="en-IN"/>
          </a:p>
        </p:txBody>
      </p:sp>
      <p:sp>
        <p:nvSpPr>
          <p:cNvPr id="6" name="Slide Number Placeholder 5">
            <a:extLst>
              <a:ext uri="{FF2B5EF4-FFF2-40B4-BE49-F238E27FC236}">
                <a16:creationId xmlns:a16="http://schemas.microsoft.com/office/drawing/2014/main" id="{F2DBC705-3386-75D6-96B4-A7C7A6690798}"/>
              </a:ext>
            </a:extLst>
          </p:cNvPr>
          <p:cNvSpPr>
            <a:spLocks noGrp="1"/>
          </p:cNvSpPr>
          <p:nvPr>
            <p:ph type="sldNum" sz="quarter" idx="12"/>
          </p:nvPr>
        </p:nvSpPr>
        <p:spPr/>
        <p:txBody>
          <a:bodyPr/>
          <a:lstStyle/>
          <a:p>
            <a:fld id="{5EEC0C1A-B59D-47CE-BB4D-90CB421AC548}" type="slidenum">
              <a:rPr lang="en-IN" smtClean="0"/>
              <a:t>‹#›</a:t>
            </a:fld>
            <a:endParaRPr lang="en-IN"/>
          </a:p>
        </p:txBody>
      </p:sp>
    </p:spTree>
    <p:extLst>
      <p:ext uri="{BB962C8B-B14F-4D97-AF65-F5344CB8AC3E}">
        <p14:creationId xmlns:p14="http://schemas.microsoft.com/office/powerpoint/2010/main" val="3207191041"/>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9D42884B-EDE4-F0AF-7177-1A7D5EE1AC82}"/>
              </a:ext>
            </a:extLst>
          </p:cNvPr>
          <p:cNvSpPr>
            <a:spLocks noGrp="1"/>
          </p:cNvSpPr>
          <p:nvPr>
            <p:ph type="title"/>
          </p:nvPr>
        </p:nvSpPr>
        <p:spPr/>
        <p:txBody>
          <a:bodyPr/>
          <a:lstStyle/>
          <a:p>
            <a:r>
              <a:rPr lang="en-US"/>
              <a:t>Click to edit Master title style</a:t>
            </a:r>
            <a:endParaRPr lang="en-IN"/>
          </a:p>
        </p:txBody>
      </p:sp>
      <p:sp>
        <p:nvSpPr>
          <p:cNvPr id="3" name="Content Placeholder 2">
            <a:extLst>
              <a:ext uri="{FF2B5EF4-FFF2-40B4-BE49-F238E27FC236}">
                <a16:creationId xmlns:a16="http://schemas.microsoft.com/office/drawing/2014/main" id="{CC3A9FB3-1F79-99C3-952B-75A8CCC58012}"/>
              </a:ext>
            </a:extLst>
          </p:cNvPr>
          <p:cNvSpPr>
            <a:spLocks noGrp="1"/>
          </p:cNvSpPr>
          <p:nvPr>
            <p:ph idx="1"/>
          </p:nvPr>
        </p:nvSpPr>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4" name="Date Placeholder 3">
            <a:extLst>
              <a:ext uri="{FF2B5EF4-FFF2-40B4-BE49-F238E27FC236}">
                <a16:creationId xmlns:a16="http://schemas.microsoft.com/office/drawing/2014/main" id="{74DBBD41-80AD-B1FE-6148-91BE2CC6F4B7}"/>
              </a:ext>
            </a:extLst>
          </p:cNvPr>
          <p:cNvSpPr>
            <a:spLocks noGrp="1"/>
          </p:cNvSpPr>
          <p:nvPr>
            <p:ph type="dt" sz="half" idx="10"/>
          </p:nvPr>
        </p:nvSpPr>
        <p:spPr/>
        <p:txBody>
          <a:bodyPr/>
          <a:lstStyle/>
          <a:p>
            <a:fld id="{F1E25948-9685-49B4-B7D5-178421AB97CC}" type="datetimeFigureOut">
              <a:rPr lang="en-IN" smtClean="0"/>
              <a:t>18-11-2025</a:t>
            </a:fld>
            <a:endParaRPr lang="en-IN"/>
          </a:p>
        </p:txBody>
      </p:sp>
      <p:sp>
        <p:nvSpPr>
          <p:cNvPr id="5" name="Footer Placeholder 4">
            <a:extLst>
              <a:ext uri="{FF2B5EF4-FFF2-40B4-BE49-F238E27FC236}">
                <a16:creationId xmlns:a16="http://schemas.microsoft.com/office/drawing/2014/main" id="{C40DE692-8CE0-7EBB-0E80-F8406A8CA8F9}"/>
              </a:ext>
            </a:extLst>
          </p:cNvPr>
          <p:cNvSpPr>
            <a:spLocks noGrp="1"/>
          </p:cNvSpPr>
          <p:nvPr>
            <p:ph type="ftr" sz="quarter" idx="11"/>
          </p:nvPr>
        </p:nvSpPr>
        <p:spPr/>
        <p:txBody>
          <a:bodyPr/>
          <a:lstStyle/>
          <a:p>
            <a:endParaRPr lang="en-IN"/>
          </a:p>
        </p:txBody>
      </p:sp>
      <p:sp>
        <p:nvSpPr>
          <p:cNvPr id="6" name="Slide Number Placeholder 5">
            <a:extLst>
              <a:ext uri="{FF2B5EF4-FFF2-40B4-BE49-F238E27FC236}">
                <a16:creationId xmlns:a16="http://schemas.microsoft.com/office/drawing/2014/main" id="{2F162280-67FB-496E-3454-5DB653335A0A}"/>
              </a:ext>
            </a:extLst>
          </p:cNvPr>
          <p:cNvSpPr>
            <a:spLocks noGrp="1"/>
          </p:cNvSpPr>
          <p:nvPr>
            <p:ph type="sldNum" sz="quarter" idx="12"/>
          </p:nvPr>
        </p:nvSpPr>
        <p:spPr/>
        <p:txBody>
          <a:bodyPr/>
          <a:lstStyle/>
          <a:p>
            <a:fld id="{5EEC0C1A-B59D-47CE-BB4D-90CB421AC548}" type="slidenum">
              <a:rPr lang="en-IN" smtClean="0"/>
              <a:t>‹#›</a:t>
            </a:fld>
            <a:endParaRPr lang="en-IN"/>
          </a:p>
        </p:txBody>
      </p:sp>
    </p:spTree>
    <p:extLst>
      <p:ext uri="{BB962C8B-B14F-4D97-AF65-F5344CB8AC3E}">
        <p14:creationId xmlns:p14="http://schemas.microsoft.com/office/powerpoint/2010/main" val="3079807412"/>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C9655E04-2846-56F2-87F0-84842146AEDD}"/>
              </a:ext>
            </a:extLst>
          </p:cNvPr>
          <p:cNvSpPr>
            <a:spLocks noGrp="1"/>
          </p:cNvSpPr>
          <p:nvPr>
            <p:ph type="title"/>
          </p:nvPr>
        </p:nvSpPr>
        <p:spPr>
          <a:xfrm>
            <a:off x="831850" y="1709738"/>
            <a:ext cx="10515600" cy="2852737"/>
          </a:xfrm>
        </p:spPr>
        <p:txBody>
          <a:bodyPr anchor="b"/>
          <a:lstStyle>
            <a:lvl1pPr>
              <a:defRPr sz="6000"/>
            </a:lvl1pPr>
          </a:lstStyle>
          <a:p>
            <a:r>
              <a:rPr lang="en-US"/>
              <a:t>Click to edit Master title style</a:t>
            </a:r>
            <a:endParaRPr lang="en-IN"/>
          </a:p>
        </p:txBody>
      </p:sp>
      <p:sp>
        <p:nvSpPr>
          <p:cNvPr id="3" name="Text Placeholder 2">
            <a:extLst>
              <a:ext uri="{FF2B5EF4-FFF2-40B4-BE49-F238E27FC236}">
                <a16:creationId xmlns:a16="http://schemas.microsoft.com/office/drawing/2014/main" id="{3E29155C-25CC-456D-8BE9-1F3944549B96}"/>
              </a:ext>
            </a:extLst>
          </p:cNvPr>
          <p:cNvSpPr>
            <a:spLocks noGrp="1"/>
          </p:cNvSpPr>
          <p:nvPr>
            <p:ph type="body" idx="1"/>
          </p:nvPr>
        </p:nvSpPr>
        <p:spPr>
          <a:xfrm>
            <a:off x="831850" y="4589463"/>
            <a:ext cx="10515600" cy="1500187"/>
          </a:xfrm>
        </p:spPr>
        <p:txBody>
          <a:bodyPr/>
          <a:lstStyle>
            <a:lvl1pPr marL="0" indent="0">
              <a:buNone/>
              <a:defRPr sz="2400">
                <a:solidFill>
                  <a:schemeClr val="tx1">
                    <a:tint val="75000"/>
                  </a:schemeClr>
                </a:solidFill>
              </a:defRPr>
            </a:lvl1pPr>
            <a:lvl2pPr marL="457200" indent="0">
              <a:buNone/>
              <a:defRPr sz="2000">
                <a:solidFill>
                  <a:schemeClr val="tx1">
                    <a:tint val="75000"/>
                  </a:schemeClr>
                </a:solidFill>
              </a:defRPr>
            </a:lvl2pPr>
            <a:lvl3pPr marL="914400" indent="0">
              <a:buNone/>
              <a:defRPr sz="1800">
                <a:solidFill>
                  <a:schemeClr val="tx1">
                    <a:tint val="75000"/>
                  </a:schemeClr>
                </a:solidFill>
              </a:defRPr>
            </a:lvl3pPr>
            <a:lvl4pPr marL="1371600" indent="0">
              <a:buNone/>
              <a:defRPr sz="1600">
                <a:solidFill>
                  <a:schemeClr val="tx1">
                    <a:tint val="75000"/>
                  </a:schemeClr>
                </a:solidFill>
              </a:defRPr>
            </a:lvl4pPr>
            <a:lvl5pPr marL="1828800" indent="0">
              <a:buNone/>
              <a:defRPr sz="1600">
                <a:solidFill>
                  <a:schemeClr val="tx1">
                    <a:tint val="75000"/>
                  </a:schemeClr>
                </a:solidFill>
              </a:defRPr>
            </a:lvl5pPr>
            <a:lvl6pPr marL="2286000" indent="0">
              <a:buNone/>
              <a:defRPr sz="1600">
                <a:solidFill>
                  <a:schemeClr val="tx1">
                    <a:tint val="75000"/>
                  </a:schemeClr>
                </a:solidFill>
              </a:defRPr>
            </a:lvl6pPr>
            <a:lvl7pPr marL="2743200" indent="0">
              <a:buNone/>
              <a:defRPr sz="1600">
                <a:solidFill>
                  <a:schemeClr val="tx1">
                    <a:tint val="75000"/>
                  </a:schemeClr>
                </a:solidFill>
              </a:defRPr>
            </a:lvl7pPr>
            <a:lvl8pPr marL="3200400" indent="0">
              <a:buNone/>
              <a:defRPr sz="1600">
                <a:solidFill>
                  <a:schemeClr val="tx1">
                    <a:tint val="75000"/>
                  </a:schemeClr>
                </a:solidFill>
              </a:defRPr>
            </a:lvl8pPr>
            <a:lvl9pPr marL="3657600" indent="0">
              <a:buNone/>
              <a:defRPr sz="1600">
                <a:solidFill>
                  <a:schemeClr val="tx1">
                    <a:tint val="75000"/>
                  </a:schemeClr>
                </a:solidFill>
              </a:defRPr>
            </a:lvl9pPr>
          </a:lstStyle>
          <a:p>
            <a:pPr lvl="0"/>
            <a:r>
              <a:rPr lang="en-US"/>
              <a:t>Click to edit Master text styles</a:t>
            </a:r>
          </a:p>
        </p:txBody>
      </p:sp>
      <p:sp>
        <p:nvSpPr>
          <p:cNvPr id="4" name="Date Placeholder 3">
            <a:extLst>
              <a:ext uri="{FF2B5EF4-FFF2-40B4-BE49-F238E27FC236}">
                <a16:creationId xmlns:a16="http://schemas.microsoft.com/office/drawing/2014/main" id="{95DBBEE7-7F27-8853-241B-333F0CE303F4}"/>
              </a:ext>
            </a:extLst>
          </p:cNvPr>
          <p:cNvSpPr>
            <a:spLocks noGrp="1"/>
          </p:cNvSpPr>
          <p:nvPr>
            <p:ph type="dt" sz="half" idx="10"/>
          </p:nvPr>
        </p:nvSpPr>
        <p:spPr/>
        <p:txBody>
          <a:bodyPr/>
          <a:lstStyle/>
          <a:p>
            <a:fld id="{F1E25948-9685-49B4-B7D5-178421AB97CC}" type="datetimeFigureOut">
              <a:rPr lang="en-IN" smtClean="0"/>
              <a:t>18-11-2025</a:t>
            </a:fld>
            <a:endParaRPr lang="en-IN"/>
          </a:p>
        </p:txBody>
      </p:sp>
      <p:sp>
        <p:nvSpPr>
          <p:cNvPr id="5" name="Footer Placeholder 4">
            <a:extLst>
              <a:ext uri="{FF2B5EF4-FFF2-40B4-BE49-F238E27FC236}">
                <a16:creationId xmlns:a16="http://schemas.microsoft.com/office/drawing/2014/main" id="{327095C1-8762-4FC4-31B2-06A504C2C1EB}"/>
              </a:ext>
            </a:extLst>
          </p:cNvPr>
          <p:cNvSpPr>
            <a:spLocks noGrp="1"/>
          </p:cNvSpPr>
          <p:nvPr>
            <p:ph type="ftr" sz="quarter" idx="11"/>
          </p:nvPr>
        </p:nvSpPr>
        <p:spPr/>
        <p:txBody>
          <a:bodyPr/>
          <a:lstStyle/>
          <a:p>
            <a:endParaRPr lang="en-IN"/>
          </a:p>
        </p:txBody>
      </p:sp>
      <p:sp>
        <p:nvSpPr>
          <p:cNvPr id="6" name="Slide Number Placeholder 5">
            <a:extLst>
              <a:ext uri="{FF2B5EF4-FFF2-40B4-BE49-F238E27FC236}">
                <a16:creationId xmlns:a16="http://schemas.microsoft.com/office/drawing/2014/main" id="{DC205A61-E443-33C5-6059-131BFDD15DBA}"/>
              </a:ext>
            </a:extLst>
          </p:cNvPr>
          <p:cNvSpPr>
            <a:spLocks noGrp="1"/>
          </p:cNvSpPr>
          <p:nvPr>
            <p:ph type="sldNum" sz="quarter" idx="12"/>
          </p:nvPr>
        </p:nvSpPr>
        <p:spPr/>
        <p:txBody>
          <a:bodyPr/>
          <a:lstStyle/>
          <a:p>
            <a:fld id="{5EEC0C1A-B59D-47CE-BB4D-90CB421AC548}" type="slidenum">
              <a:rPr lang="en-IN" smtClean="0"/>
              <a:t>‹#›</a:t>
            </a:fld>
            <a:endParaRPr lang="en-IN"/>
          </a:p>
        </p:txBody>
      </p:sp>
    </p:spTree>
    <p:extLst>
      <p:ext uri="{BB962C8B-B14F-4D97-AF65-F5344CB8AC3E}">
        <p14:creationId xmlns:p14="http://schemas.microsoft.com/office/powerpoint/2010/main" val="2333452718"/>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FFAEFB70-AF8D-6FAC-1F36-7D79481FC856}"/>
              </a:ext>
            </a:extLst>
          </p:cNvPr>
          <p:cNvSpPr>
            <a:spLocks noGrp="1"/>
          </p:cNvSpPr>
          <p:nvPr>
            <p:ph type="title"/>
          </p:nvPr>
        </p:nvSpPr>
        <p:spPr/>
        <p:txBody>
          <a:bodyPr/>
          <a:lstStyle/>
          <a:p>
            <a:r>
              <a:rPr lang="en-US"/>
              <a:t>Click to edit Master title style</a:t>
            </a:r>
            <a:endParaRPr lang="en-IN"/>
          </a:p>
        </p:txBody>
      </p:sp>
      <p:sp>
        <p:nvSpPr>
          <p:cNvPr id="3" name="Content Placeholder 2">
            <a:extLst>
              <a:ext uri="{FF2B5EF4-FFF2-40B4-BE49-F238E27FC236}">
                <a16:creationId xmlns:a16="http://schemas.microsoft.com/office/drawing/2014/main" id="{66DFEE0C-5E17-7A2C-932C-9C3F70A96198}"/>
              </a:ext>
            </a:extLst>
          </p:cNvPr>
          <p:cNvSpPr>
            <a:spLocks noGrp="1"/>
          </p:cNvSpPr>
          <p:nvPr>
            <p:ph sz="half" idx="1"/>
          </p:nvPr>
        </p:nvSpPr>
        <p:spPr>
          <a:xfrm>
            <a:off x="838200" y="1825625"/>
            <a:ext cx="5181600" cy="435133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4" name="Content Placeholder 3">
            <a:extLst>
              <a:ext uri="{FF2B5EF4-FFF2-40B4-BE49-F238E27FC236}">
                <a16:creationId xmlns:a16="http://schemas.microsoft.com/office/drawing/2014/main" id="{BA45D173-F637-F9B1-8613-992FBA8DC70D}"/>
              </a:ext>
            </a:extLst>
          </p:cNvPr>
          <p:cNvSpPr>
            <a:spLocks noGrp="1"/>
          </p:cNvSpPr>
          <p:nvPr>
            <p:ph sz="half" idx="2"/>
          </p:nvPr>
        </p:nvSpPr>
        <p:spPr>
          <a:xfrm>
            <a:off x="6172200" y="1825625"/>
            <a:ext cx="5181600" cy="435133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5" name="Date Placeholder 4">
            <a:extLst>
              <a:ext uri="{FF2B5EF4-FFF2-40B4-BE49-F238E27FC236}">
                <a16:creationId xmlns:a16="http://schemas.microsoft.com/office/drawing/2014/main" id="{0FED4DAE-A1E4-06F4-C8DE-3CCEB7168542}"/>
              </a:ext>
            </a:extLst>
          </p:cNvPr>
          <p:cNvSpPr>
            <a:spLocks noGrp="1"/>
          </p:cNvSpPr>
          <p:nvPr>
            <p:ph type="dt" sz="half" idx="10"/>
          </p:nvPr>
        </p:nvSpPr>
        <p:spPr/>
        <p:txBody>
          <a:bodyPr/>
          <a:lstStyle/>
          <a:p>
            <a:fld id="{F1E25948-9685-49B4-B7D5-178421AB97CC}" type="datetimeFigureOut">
              <a:rPr lang="en-IN" smtClean="0"/>
              <a:t>18-11-2025</a:t>
            </a:fld>
            <a:endParaRPr lang="en-IN"/>
          </a:p>
        </p:txBody>
      </p:sp>
      <p:sp>
        <p:nvSpPr>
          <p:cNvPr id="6" name="Footer Placeholder 5">
            <a:extLst>
              <a:ext uri="{FF2B5EF4-FFF2-40B4-BE49-F238E27FC236}">
                <a16:creationId xmlns:a16="http://schemas.microsoft.com/office/drawing/2014/main" id="{C472A7AE-3CC9-4DF6-7A42-51CDC19E62E5}"/>
              </a:ext>
            </a:extLst>
          </p:cNvPr>
          <p:cNvSpPr>
            <a:spLocks noGrp="1"/>
          </p:cNvSpPr>
          <p:nvPr>
            <p:ph type="ftr" sz="quarter" idx="11"/>
          </p:nvPr>
        </p:nvSpPr>
        <p:spPr/>
        <p:txBody>
          <a:bodyPr/>
          <a:lstStyle/>
          <a:p>
            <a:endParaRPr lang="en-IN"/>
          </a:p>
        </p:txBody>
      </p:sp>
      <p:sp>
        <p:nvSpPr>
          <p:cNvPr id="7" name="Slide Number Placeholder 6">
            <a:extLst>
              <a:ext uri="{FF2B5EF4-FFF2-40B4-BE49-F238E27FC236}">
                <a16:creationId xmlns:a16="http://schemas.microsoft.com/office/drawing/2014/main" id="{CC9D651F-74B4-175A-824F-034D5560B2E7}"/>
              </a:ext>
            </a:extLst>
          </p:cNvPr>
          <p:cNvSpPr>
            <a:spLocks noGrp="1"/>
          </p:cNvSpPr>
          <p:nvPr>
            <p:ph type="sldNum" sz="quarter" idx="12"/>
          </p:nvPr>
        </p:nvSpPr>
        <p:spPr/>
        <p:txBody>
          <a:bodyPr/>
          <a:lstStyle/>
          <a:p>
            <a:fld id="{5EEC0C1A-B59D-47CE-BB4D-90CB421AC548}" type="slidenum">
              <a:rPr lang="en-IN" smtClean="0"/>
              <a:t>‹#›</a:t>
            </a:fld>
            <a:endParaRPr lang="en-IN"/>
          </a:p>
        </p:txBody>
      </p:sp>
    </p:spTree>
    <p:extLst>
      <p:ext uri="{BB962C8B-B14F-4D97-AF65-F5344CB8AC3E}">
        <p14:creationId xmlns:p14="http://schemas.microsoft.com/office/powerpoint/2010/main" val="4119296490"/>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F4B0883D-D9A4-8453-F149-DBDB9F57C87F}"/>
              </a:ext>
            </a:extLst>
          </p:cNvPr>
          <p:cNvSpPr>
            <a:spLocks noGrp="1"/>
          </p:cNvSpPr>
          <p:nvPr>
            <p:ph type="title"/>
          </p:nvPr>
        </p:nvSpPr>
        <p:spPr>
          <a:xfrm>
            <a:off x="839788" y="365125"/>
            <a:ext cx="10515600" cy="1325563"/>
          </a:xfrm>
        </p:spPr>
        <p:txBody>
          <a:bodyPr/>
          <a:lstStyle/>
          <a:p>
            <a:r>
              <a:rPr lang="en-US"/>
              <a:t>Click to edit Master title style</a:t>
            </a:r>
            <a:endParaRPr lang="en-IN"/>
          </a:p>
        </p:txBody>
      </p:sp>
      <p:sp>
        <p:nvSpPr>
          <p:cNvPr id="3" name="Text Placeholder 2">
            <a:extLst>
              <a:ext uri="{FF2B5EF4-FFF2-40B4-BE49-F238E27FC236}">
                <a16:creationId xmlns:a16="http://schemas.microsoft.com/office/drawing/2014/main" id="{63A0A96C-64D0-FCEF-D974-B41FA826FD1B}"/>
              </a:ext>
            </a:extLst>
          </p:cNvPr>
          <p:cNvSpPr>
            <a:spLocks noGrp="1"/>
          </p:cNvSpPr>
          <p:nvPr>
            <p:ph type="body" idx="1"/>
          </p:nvPr>
        </p:nvSpPr>
        <p:spPr>
          <a:xfrm>
            <a:off x="839788" y="1681163"/>
            <a:ext cx="5157787"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4" name="Content Placeholder 3">
            <a:extLst>
              <a:ext uri="{FF2B5EF4-FFF2-40B4-BE49-F238E27FC236}">
                <a16:creationId xmlns:a16="http://schemas.microsoft.com/office/drawing/2014/main" id="{BD3633E0-35EB-2CD2-94AB-F5C83F88EB63}"/>
              </a:ext>
            </a:extLst>
          </p:cNvPr>
          <p:cNvSpPr>
            <a:spLocks noGrp="1"/>
          </p:cNvSpPr>
          <p:nvPr>
            <p:ph sz="half" idx="2"/>
          </p:nvPr>
        </p:nvSpPr>
        <p:spPr>
          <a:xfrm>
            <a:off x="839788" y="2505075"/>
            <a:ext cx="5157787" cy="368458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5" name="Text Placeholder 4">
            <a:extLst>
              <a:ext uri="{FF2B5EF4-FFF2-40B4-BE49-F238E27FC236}">
                <a16:creationId xmlns:a16="http://schemas.microsoft.com/office/drawing/2014/main" id="{DCAFC879-BA6D-25CC-0B0D-6E2224A020AB}"/>
              </a:ext>
            </a:extLst>
          </p:cNvPr>
          <p:cNvSpPr>
            <a:spLocks noGrp="1"/>
          </p:cNvSpPr>
          <p:nvPr>
            <p:ph type="body" sz="quarter" idx="3"/>
          </p:nvPr>
        </p:nvSpPr>
        <p:spPr>
          <a:xfrm>
            <a:off x="6172200" y="1681163"/>
            <a:ext cx="5183188"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6" name="Content Placeholder 5">
            <a:extLst>
              <a:ext uri="{FF2B5EF4-FFF2-40B4-BE49-F238E27FC236}">
                <a16:creationId xmlns:a16="http://schemas.microsoft.com/office/drawing/2014/main" id="{5B713BBD-F1DA-2C05-07AE-1C55604E6F26}"/>
              </a:ext>
            </a:extLst>
          </p:cNvPr>
          <p:cNvSpPr>
            <a:spLocks noGrp="1"/>
          </p:cNvSpPr>
          <p:nvPr>
            <p:ph sz="quarter" idx="4"/>
          </p:nvPr>
        </p:nvSpPr>
        <p:spPr>
          <a:xfrm>
            <a:off x="6172200" y="2505075"/>
            <a:ext cx="5183188" cy="368458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7" name="Date Placeholder 6">
            <a:extLst>
              <a:ext uri="{FF2B5EF4-FFF2-40B4-BE49-F238E27FC236}">
                <a16:creationId xmlns:a16="http://schemas.microsoft.com/office/drawing/2014/main" id="{4E4AB728-A251-2E65-AF62-F3200A1A5F45}"/>
              </a:ext>
            </a:extLst>
          </p:cNvPr>
          <p:cNvSpPr>
            <a:spLocks noGrp="1"/>
          </p:cNvSpPr>
          <p:nvPr>
            <p:ph type="dt" sz="half" idx="10"/>
          </p:nvPr>
        </p:nvSpPr>
        <p:spPr/>
        <p:txBody>
          <a:bodyPr/>
          <a:lstStyle/>
          <a:p>
            <a:fld id="{F1E25948-9685-49B4-B7D5-178421AB97CC}" type="datetimeFigureOut">
              <a:rPr lang="en-IN" smtClean="0"/>
              <a:t>18-11-2025</a:t>
            </a:fld>
            <a:endParaRPr lang="en-IN"/>
          </a:p>
        </p:txBody>
      </p:sp>
      <p:sp>
        <p:nvSpPr>
          <p:cNvPr id="8" name="Footer Placeholder 7">
            <a:extLst>
              <a:ext uri="{FF2B5EF4-FFF2-40B4-BE49-F238E27FC236}">
                <a16:creationId xmlns:a16="http://schemas.microsoft.com/office/drawing/2014/main" id="{6D4BCAE7-F65B-77D3-9133-7B026C17C6CE}"/>
              </a:ext>
            </a:extLst>
          </p:cNvPr>
          <p:cNvSpPr>
            <a:spLocks noGrp="1"/>
          </p:cNvSpPr>
          <p:nvPr>
            <p:ph type="ftr" sz="quarter" idx="11"/>
          </p:nvPr>
        </p:nvSpPr>
        <p:spPr/>
        <p:txBody>
          <a:bodyPr/>
          <a:lstStyle/>
          <a:p>
            <a:endParaRPr lang="en-IN"/>
          </a:p>
        </p:txBody>
      </p:sp>
      <p:sp>
        <p:nvSpPr>
          <p:cNvPr id="9" name="Slide Number Placeholder 8">
            <a:extLst>
              <a:ext uri="{FF2B5EF4-FFF2-40B4-BE49-F238E27FC236}">
                <a16:creationId xmlns:a16="http://schemas.microsoft.com/office/drawing/2014/main" id="{E046EC24-6389-16B9-B3CD-DA56C221AE37}"/>
              </a:ext>
            </a:extLst>
          </p:cNvPr>
          <p:cNvSpPr>
            <a:spLocks noGrp="1"/>
          </p:cNvSpPr>
          <p:nvPr>
            <p:ph type="sldNum" sz="quarter" idx="12"/>
          </p:nvPr>
        </p:nvSpPr>
        <p:spPr/>
        <p:txBody>
          <a:bodyPr/>
          <a:lstStyle/>
          <a:p>
            <a:fld id="{5EEC0C1A-B59D-47CE-BB4D-90CB421AC548}" type="slidenum">
              <a:rPr lang="en-IN" smtClean="0"/>
              <a:t>‹#›</a:t>
            </a:fld>
            <a:endParaRPr lang="en-IN"/>
          </a:p>
        </p:txBody>
      </p:sp>
    </p:spTree>
    <p:extLst>
      <p:ext uri="{BB962C8B-B14F-4D97-AF65-F5344CB8AC3E}">
        <p14:creationId xmlns:p14="http://schemas.microsoft.com/office/powerpoint/2010/main" val="1010660283"/>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A9E4FB30-D896-23C0-035E-9BD3A8011A72}"/>
              </a:ext>
            </a:extLst>
          </p:cNvPr>
          <p:cNvSpPr>
            <a:spLocks noGrp="1"/>
          </p:cNvSpPr>
          <p:nvPr>
            <p:ph type="title"/>
          </p:nvPr>
        </p:nvSpPr>
        <p:spPr/>
        <p:txBody>
          <a:bodyPr/>
          <a:lstStyle/>
          <a:p>
            <a:r>
              <a:rPr lang="en-US"/>
              <a:t>Click to edit Master title style</a:t>
            </a:r>
            <a:endParaRPr lang="en-IN"/>
          </a:p>
        </p:txBody>
      </p:sp>
      <p:sp>
        <p:nvSpPr>
          <p:cNvPr id="3" name="Date Placeholder 2">
            <a:extLst>
              <a:ext uri="{FF2B5EF4-FFF2-40B4-BE49-F238E27FC236}">
                <a16:creationId xmlns:a16="http://schemas.microsoft.com/office/drawing/2014/main" id="{98A989F1-C588-C90B-3502-F2DA9DA7E7A8}"/>
              </a:ext>
            </a:extLst>
          </p:cNvPr>
          <p:cNvSpPr>
            <a:spLocks noGrp="1"/>
          </p:cNvSpPr>
          <p:nvPr>
            <p:ph type="dt" sz="half" idx="10"/>
          </p:nvPr>
        </p:nvSpPr>
        <p:spPr/>
        <p:txBody>
          <a:bodyPr/>
          <a:lstStyle/>
          <a:p>
            <a:fld id="{F1E25948-9685-49B4-B7D5-178421AB97CC}" type="datetimeFigureOut">
              <a:rPr lang="en-IN" smtClean="0"/>
              <a:t>18-11-2025</a:t>
            </a:fld>
            <a:endParaRPr lang="en-IN"/>
          </a:p>
        </p:txBody>
      </p:sp>
      <p:sp>
        <p:nvSpPr>
          <p:cNvPr id="4" name="Footer Placeholder 3">
            <a:extLst>
              <a:ext uri="{FF2B5EF4-FFF2-40B4-BE49-F238E27FC236}">
                <a16:creationId xmlns:a16="http://schemas.microsoft.com/office/drawing/2014/main" id="{9913C678-5526-FB3B-F3DF-478B101B4039}"/>
              </a:ext>
            </a:extLst>
          </p:cNvPr>
          <p:cNvSpPr>
            <a:spLocks noGrp="1"/>
          </p:cNvSpPr>
          <p:nvPr>
            <p:ph type="ftr" sz="quarter" idx="11"/>
          </p:nvPr>
        </p:nvSpPr>
        <p:spPr/>
        <p:txBody>
          <a:bodyPr/>
          <a:lstStyle/>
          <a:p>
            <a:endParaRPr lang="en-IN"/>
          </a:p>
        </p:txBody>
      </p:sp>
      <p:sp>
        <p:nvSpPr>
          <p:cNvPr id="5" name="Slide Number Placeholder 4">
            <a:extLst>
              <a:ext uri="{FF2B5EF4-FFF2-40B4-BE49-F238E27FC236}">
                <a16:creationId xmlns:a16="http://schemas.microsoft.com/office/drawing/2014/main" id="{EB2C215E-2026-3FAD-2C4E-D42BE7A34A96}"/>
              </a:ext>
            </a:extLst>
          </p:cNvPr>
          <p:cNvSpPr>
            <a:spLocks noGrp="1"/>
          </p:cNvSpPr>
          <p:nvPr>
            <p:ph type="sldNum" sz="quarter" idx="12"/>
          </p:nvPr>
        </p:nvSpPr>
        <p:spPr/>
        <p:txBody>
          <a:bodyPr/>
          <a:lstStyle/>
          <a:p>
            <a:fld id="{5EEC0C1A-B59D-47CE-BB4D-90CB421AC548}" type="slidenum">
              <a:rPr lang="en-IN" smtClean="0"/>
              <a:t>‹#›</a:t>
            </a:fld>
            <a:endParaRPr lang="en-IN"/>
          </a:p>
        </p:txBody>
      </p:sp>
    </p:spTree>
    <p:extLst>
      <p:ext uri="{BB962C8B-B14F-4D97-AF65-F5344CB8AC3E}">
        <p14:creationId xmlns:p14="http://schemas.microsoft.com/office/powerpoint/2010/main" val="807286967"/>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a:extLst>
              <a:ext uri="{FF2B5EF4-FFF2-40B4-BE49-F238E27FC236}">
                <a16:creationId xmlns:a16="http://schemas.microsoft.com/office/drawing/2014/main" id="{92E30204-7713-7412-8FC9-8911E8BE7A62}"/>
              </a:ext>
            </a:extLst>
          </p:cNvPr>
          <p:cNvSpPr>
            <a:spLocks noGrp="1"/>
          </p:cNvSpPr>
          <p:nvPr>
            <p:ph type="dt" sz="half" idx="10"/>
          </p:nvPr>
        </p:nvSpPr>
        <p:spPr/>
        <p:txBody>
          <a:bodyPr/>
          <a:lstStyle/>
          <a:p>
            <a:fld id="{F1E25948-9685-49B4-B7D5-178421AB97CC}" type="datetimeFigureOut">
              <a:rPr lang="en-IN" smtClean="0"/>
              <a:t>18-11-2025</a:t>
            </a:fld>
            <a:endParaRPr lang="en-IN"/>
          </a:p>
        </p:txBody>
      </p:sp>
      <p:sp>
        <p:nvSpPr>
          <p:cNvPr id="3" name="Footer Placeholder 2">
            <a:extLst>
              <a:ext uri="{FF2B5EF4-FFF2-40B4-BE49-F238E27FC236}">
                <a16:creationId xmlns:a16="http://schemas.microsoft.com/office/drawing/2014/main" id="{D18A20D5-E038-5579-0D4B-4144D015778C}"/>
              </a:ext>
            </a:extLst>
          </p:cNvPr>
          <p:cNvSpPr>
            <a:spLocks noGrp="1"/>
          </p:cNvSpPr>
          <p:nvPr>
            <p:ph type="ftr" sz="quarter" idx="11"/>
          </p:nvPr>
        </p:nvSpPr>
        <p:spPr/>
        <p:txBody>
          <a:bodyPr/>
          <a:lstStyle/>
          <a:p>
            <a:endParaRPr lang="en-IN"/>
          </a:p>
        </p:txBody>
      </p:sp>
      <p:sp>
        <p:nvSpPr>
          <p:cNvPr id="4" name="Slide Number Placeholder 3">
            <a:extLst>
              <a:ext uri="{FF2B5EF4-FFF2-40B4-BE49-F238E27FC236}">
                <a16:creationId xmlns:a16="http://schemas.microsoft.com/office/drawing/2014/main" id="{B8D95F32-9588-641F-02EF-1D0DAA9FB061}"/>
              </a:ext>
            </a:extLst>
          </p:cNvPr>
          <p:cNvSpPr>
            <a:spLocks noGrp="1"/>
          </p:cNvSpPr>
          <p:nvPr>
            <p:ph type="sldNum" sz="quarter" idx="12"/>
          </p:nvPr>
        </p:nvSpPr>
        <p:spPr/>
        <p:txBody>
          <a:bodyPr/>
          <a:lstStyle/>
          <a:p>
            <a:fld id="{5EEC0C1A-B59D-47CE-BB4D-90CB421AC548}" type="slidenum">
              <a:rPr lang="en-IN" smtClean="0"/>
              <a:t>‹#›</a:t>
            </a:fld>
            <a:endParaRPr lang="en-IN"/>
          </a:p>
        </p:txBody>
      </p:sp>
    </p:spTree>
    <p:extLst>
      <p:ext uri="{BB962C8B-B14F-4D97-AF65-F5344CB8AC3E}">
        <p14:creationId xmlns:p14="http://schemas.microsoft.com/office/powerpoint/2010/main" val="2454508170"/>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3A3D3DC6-8CE1-DA75-9660-4E885E539FB1}"/>
              </a:ext>
            </a:extLst>
          </p:cNvPr>
          <p:cNvSpPr>
            <a:spLocks noGrp="1"/>
          </p:cNvSpPr>
          <p:nvPr>
            <p:ph type="title"/>
          </p:nvPr>
        </p:nvSpPr>
        <p:spPr>
          <a:xfrm>
            <a:off x="839788" y="457200"/>
            <a:ext cx="3932237" cy="1600200"/>
          </a:xfrm>
        </p:spPr>
        <p:txBody>
          <a:bodyPr anchor="b"/>
          <a:lstStyle>
            <a:lvl1pPr>
              <a:defRPr sz="3200"/>
            </a:lvl1pPr>
          </a:lstStyle>
          <a:p>
            <a:r>
              <a:rPr lang="en-US"/>
              <a:t>Click to edit Master title style</a:t>
            </a:r>
            <a:endParaRPr lang="en-IN"/>
          </a:p>
        </p:txBody>
      </p:sp>
      <p:sp>
        <p:nvSpPr>
          <p:cNvPr id="3" name="Content Placeholder 2">
            <a:extLst>
              <a:ext uri="{FF2B5EF4-FFF2-40B4-BE49-F238E27FC236}">
                <a16:creationId xmlns:a16="http://schemas.microsoft.com/office/drawing/2014/main" id="{CA761B3E-C8C0-E58F-583A-0F5892DCCA3D}"/>
              </a:ext>
            </a:extLst>
          </p:cNvPr>
          <p:cNvSpPr>
            <a:spLocks noGrp="1"/>
          </p:cNvSpPr>
          <p:nvPr>
            <p:ph idx="1"/>
          </p:nvPr>
        </p:nvSpPr>
        <p:spPr>
          <a:xfrm>
            <a:off x="5183188" y="987425"/>
            <a:ext cx="6172200" cy="4873625"/>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4" name="Text Placeholder 3">
            <a:extLst>
              <a:ext uri="{FF2B5EF4-FFF2-40B4-BE49-F238E27FC236}">
                <a16:creationId xmlns:a16="http://schemas.microsoft.com/office/drawing/2014/main" id="{05171E5F-A963-8C61-BE73-EB29D57074AF}"/>
              </a:ext>
            </a:extLst>
          </p:cNvPr>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Click to edit Master text styles</a:t>
            </a:r>
          </a:p>
        </p:txBody>
      </p:sp>
      <p:sp>
        <p:nvSpPr>
          <p:cNvPr id="5" name="Date Placeholder 4">
            <a:extLst>
              <a:ext uri="{FF2B5EF4-FFF2-40B4-BE49-F238E27FC236}">
                <a16:creationId xmlns:a16="http://schemas.microsoft.com/office/drawing/2014/main" id="{892C5DEF-630B-EF1A-DDA4-5B756D8AA93C}"/>
              </a:ext>
            </a:extLst>
          </p:cNvPr>
          <p:cNvSpPr>
            <a:spLocks noGrp="1"/>
          </p:cNvSpPr>
          <p:nvPr>
            <p:ph type="dt" sz="half" idx="10"/>
          </p:nvPr>
        </p:nvSpPr>
        <p:spPr/>
        <p:txBody>
          <a:bodyPr/>
          <a:lstStyle/>
          <a:p>
            <a:fld id="{F1E25948-9685-49B4-B7D5-178421AB97CC}" type="datetimeFigureOut">
              <a:rPr lang="en-IN" smtClean="0"/>
              <a:t>18-11-2025</a:t>
            </a:fld>
            <a:endParaRPr lang="en-IN"/>
          </a:p>
        </p:txBody>
      </p:sp>
      <p:sp>
        <p:nvSpPr>
          <p:cNvPr id="6" name="Footer Placeholder 5">
            <a:extLst>
              <a:ext uri="{FF2B5EF4-FFF2-40B4-BE49-F238E27FC236}">
                <a16:creationId xmlns:a16="http://schemas.microsoft.com/office/drawing/2014/main" id="{F09E510B-AB0A-8CC1-87B0-E7A349DF623F}"/>
              </a:ext>
            </a:extLst>
          </p:cNvPr>
          <p:cNvSpPr>
            <a:spLocks noGrp="1"/>
          </p:cNvSpPr>
          <p:nvPr>
            <p:ph type="ftr" sz="quarter" idx="11"/>
          </p:nvPr>
        </p:nvSpPr>
        <p:spPr/>
        <p:txBody>
          <a:bodyPr/>
          <a:lstStyle/>
          <a:p>
            <a:endParaRPr lang="en-IN"/>
          </a:p>
        </p:txBody>
      </p:sp>
      <p:sp>
        <p:nvSpPr>
          <p:cNvPr id="7" name="Slide Number Placeholder 6">
            <a:extLst>
              <a:ext uri="{FF2B5EF4-FFF2-40B4-BE49-F238E27FC236}">
                <a16:creationId xmlns:a16="http://schemas.microsoft.com/office/drawing/2014/main" id="{1568AB7A-2258-1368-BC35-065DB36A6971}"/>
              </a:ext>
            </a:extLst>
          </p:cNvPr>
          <p:cNvSpPr>
            <a:spLocks noGrp="1"/>
          </p:cNvSpPr>
          <p:nvPr>
            <p:ph type="sldNum" sz="quarter" idx="12"/>
          </p:nvPr>
        </p:nvSpPr>
        <p:spPr/>
        <p:txBody>
          <a:bodyPr/>
          <a:lstStyle/>
          <a:p>
            <a:fld id="{5EEC0C1A-B59D-47CE-BB4D-90CB421AC548}" type="slidenum">
              <a:rPr lang="en-IN" smtClean="0"/>
              <a:t>‹#›</a:t>
            </a:fld>
            <a:endParaRPr lang="en-IN"/>
          </a:p>
        </p:txBody>
      </p:sp>
    </p:spTree>
    <p:extLst>
      <p:ext uri="{BB962C8B-B14F-4D97-AF65-F5344CB8AC3E}">
        <p14:creationId xmlns:p14="http://schemas.microsoft.com/office/powerpoint/2010/main" val="1536036995"/>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D4F67153-0959-8323-CE18-A655FA533013}"/>
              </a:ext>
            </a:extLst>
          </p:cNvPr>
          <p:cNvSpPr>
            <a:spLocks noGrp="1"/>
          </p:cNvSpPr>
          <p:nvPr>
            <p:ph type="title"/>
          </p:nvPr>
        </p:nvSpPr>
        <p:spPr>
          <a:xfrm>
            <a:off x="839788" y="457200"/>
            <a:ext cx="3932237" cy="1600200"/>
          </a:xfrm>
        </p:spPr>
        <p:txBody>
          <a:bodyPr anchor="b"/>
          <a:lstStyle>
            <a:lvl1pPr>
              <a:defRPr sz="3200"/>
            </a:lvl1pPr>
          </a:lstStyle>
          <a:p>
            <a:r>
              <a:rPr lang="en-US"/>
              <a:t>Click to edit Master title style</a:t>
            </a:r>
            <a:endParaRPr lang="en-IN"/>
          </a:p>
        </p:txBody>
      </p:sp>
      <p:sp>
        <p:nvSpPr>
          <p:cNvPr id="3" name="Picture Placeholder 2">
            <a:extLst>
              <a:ext uri="{FF2B5EF4-FFF2-40B4-BE49-F238E27FC236}">
                <a16:creationId xmlns:a16="http://schemas.microsoft.com/office/drawing/2014/main" id="{C62020F8-984D-D579-9B40-E91B262669D7}"/>
              </a:ext>
            </a:extLst>
          </p:cNvPr>
          <p:cNvSpPr>
            <a:spLocks noGrp="1"/>
          </p:cNvSpPr>
          <p:nvPr>
            <p:ph type="pic" idx="1"/>
          </p:nvPr>
        </p:nvSpPr>
        <p:spPr>
          <a:xfrm>
            <a:off x="5183188" y="987425"/>
            <a:ext cx="6172200" cy="4873625"/>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IN"/>
          </a:p>
        </p:txBody>
      </p:sp>
      <p:sp>
        <p:nvSpPr>
          <p:cNvPr id="4" name="Text Placeholder 3">
            <a:extLst>
              <a:ext uri="{FF2B5EF4-FFF2-40B4-BE49-F238E27FC236}">
                <a16:creationId xmlns:a16="http://schemas.microsoft.com/office/drawing/2014/main" id="{C1B7346F-04B2-6FBA-4CBE-A606471F8E32}"/>
              </a:ext>
            </a:extLst>
          </p:cNvPr>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Click to edit Master text styles</a:t>
            </a:r>
          </a:p>
        </p:txBody>
      </p:sp>
      <p:sp>
        <p:nvSpPr>
          <p:cNvPr id="5" name="Date Placeholder 4">
            <a:extLst>
              <a:ext uri="{FF2B5EF4-FFF2-40B4-BE49-F238E27FC236}">
                <a16:creationId xmlns:a16="http://schemas.microsoft.com/office/drawing/2014/main" id="{6D69AFCA-1CE0-13A4-2B4C-39E33E7210B6}"/>
              </a:ext>
            </a:extLst>
          </p:cNvPr>
          <p:cNvSpPr>
            <a:spLocks noGrp="1"/>
          </p:cNvSpPr>
          <p:nvPr>
            <p:ph type="dt" sz="half" idx="10"/>
          </p:nvPr>
        </p:nvSpPr>
        <p:spPr/>
        <p:txBody>
          <a:bodyPr/>
          <a:lstStyle/>
          <a:p>
            <a:fld id="{F1E25948-9685-49B4-B7D5-178421AB97CC}" type="datetimeFigureOut">
              <a:rPr lang="en-IN" smtClean="0"/>
              <a:t>18-11-2025</a:t>
            </a:fld>
            <a:endParaRPr lang="en-IN"/>
          </a:p>
        </p:txBody>
      </p:sp>
      <p:sp>
        <p:nvSpPr>
          <p:cNvPr id="6" name="Footer Placeholder 5">
            <a:extLst>
              <a:ext uri="{FF2B5EF4-FFF2-40B4-BE49-F238E27FC236}">
                <a16:creationId xmlns:a16="http://schemas.microsoft.com/office/drawing/2014/main" id="{E36496E2-DF7F-E796-0458-506D9E63DEA1}"/>
              </a:ext>
            </a:extLst>
          </p:cNvPr>
          <p:cNvSpPr>
            <a:spLocks noGrp="1"/>
          </p:cNvSpPr>
          <p:nvPr>
            <p:ph type="ftr" sz="quarter" idx="11"/>
          </p:nvPr>
        </p:nvSpPr>
        <p:spPr/>
        <p:txBody>
          <a:bodyPr/>
          <a:lstStyle/>
          <a:p>
            <a:endParaRPr lang="en-IN"/>
          </a:p>
        </p:txBody>
      </p:sp>
      <p:sp>
        <p:nvSpPr>
          <p:cNvPr id="7" name="Slide Number Placeholder 6">
            <a:extLst>
              <a:ext uri="{FF2B5EF4-FFF2-40B4-BE49-F238E27FC236}">
                <a16:creationId xmlns:a16="http://schemas.microsoft.com/office/drawing/2014/main" id="{0912623F-2886-65C0-D434-1BC8DA597070}"/>
              </a:ext>
            </a:extLst>
          </p:cNvPr>
          <p:cNvSpPr>
            <a:spLocks noGrp="1"/>
          </p:cNvSpPr>
          <p:nvPr>
            <p:ph type="sldNum" sz="quarter" idx="12"/>
          </p:nvPr>
        </p:nvSpPr>
        <p:spPr/>
        <p:txBody>
          <a:bodyPr/>
          <a:lstStyle/>
          <a:p>
            <a:fld id="{5EEC0C1A-B59D-47CE-BB4D-90CB421AC548}" type="slidenum">
              <a:rPr lang="en-IN" smtClean="0"/>
              <a:t>‹#›</a:t>
            </a:fld>
            <a:endParaRPr lang="en-IN"/>
          </a:p>
        </p:txBody>
      </p:sp>
    </p:spTree>
    <p:extLst>
      <p:ext uri="{BB962C8B-B14F-4D97-AF65-F5344CB8AC3E}">
        <p14:creationId xmlns:p14="http://schemas.microsoft.com/office/powerpoint/2010/main" val="3064804038"/>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9D2AAF63-935D-3C90-6368-060A7F0C267B}"/>
              </a:ext>
            </a:extLst>
          </p:cNvPr>
          <p:cNvSpPr>
            <a:spLocks noGrp="1"/>
          </p:cNvSpPr>
          <p:nvPr>
            <p:ph type="title"/>
          </p:nvPr>
        </p:nvSpPr>
        <p:spPr/>
        <p:txBody>
          <a:bodyPr/>
          <a:lstStyle/>
          <a:p>
            <a:r>
              <a:rPr lang="en-US"/>
              <a:t>Click to edit Master title style</a:t>
            </a:r>
            <a:endParaRPr lang="en-IN"/>
          </a:p>
        </p:txBody>
      </p:sp>
      <p:sp>
        <p:nvSpPr>
          <p:cNvPr id="3" name="Vertical Text Placeholder 2">
            <a:extLst>
              <a:ext uri="{FF2B5EF4-FFF2-40B4-BE49-F238E27FC236}">
                <a16:creationId xmlns:a16="http://schemas.microsoft.com/office/drawing/2014/main" id="{41D9EA8D-8A53-32A3-5F56-AF3AD9931ABE}"/>
              </a:ext>
            </a:extLst>
          </p:cNvPr>
          <p:cNvSpPr>
            <a:spLocks noGrp="1"/>
          </p:cNvSpPr>
          <p:nvPr>
            <p:ph type="body" orient="vert" idx="1"/>
          </p:nvPr>
        </p:nvSpPr>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4" name="Date Placeholder 3">
            <a:extLst>
              <a:ext uri="{FF2B5EF4-FFF2-40B4-BE49-F238E27FC236}">
                <a16:creationId xmlns:a16="http://schemas.microsoft.com/office/drawing/2014/main" id="{607D6173-A4D0-6007-3A82-34803CFD2096}"/>
              </a:ext>
            </a:extLst>
          </p:cNvPr>
          <p:cNvSpPr>
            <a:spLocks noGrp="1"/>
          </p:cNvSpPr>
          <p:nvPr>
            <p:ph type="dt" sz="half" idx="10"/>
          </p:nvPr>
        </p:nvSpPr>
        <p:spPr/>
        <p:txBody>
          <a:bodyPr/>
          <a:lstStyle/>
          <a:p>
            <a:fld id="{F1E25948-9685-49B4-B7D5-178421AB97CC}" type="datetimeFigureOut">
              <a:rPr lang="en-IN" smtClean="0"/>
              <a:t>18-11-2025</a:t>
            </a:fld>
            <a:endParaRPr lang="en-IN"/>
          </a:p>
        </p:txBody>
      </p:sp>
      <p:sp>
        <p:nvSpPr>
          <p:cNvPr id="5" name="Footer Placeholder 4">
            <a:extLst>
              <a:ext uri="{FF2B5EF4-FFF2-40B4-BE49-F238E27FC236}">
                <a16:creationId xmlns:a16="http://schemas.microsoft.com/office/drawing/2014/main" id="{D6E1E6C0-EDF3-6F1B-F9F0-A80F5E22A708}"/>
              </a:ext>
            </a:extLst>
          </p:cNvPr>
          <p:cNvSpPr>
            <a:spLocks noGrp="1"/>
          </p:cNvSpPr>
          <p:nvPr>
            <p:ph type="ftr" sz="quarter" idx="11"/>
          </p:nvPr>
        </p:nvSpPr>
        <p:spPr/>
        <p:txBody>
          <a:bodyPr/>
          <a:lstStyle/>
          <a:p>
            <a:endParaRPr lang="en-IN"/>
          </a:p>
        </p:txBody>
      </p:sp>
      <p:sp>
        <p:nvSpPr>
          <p:cNvPr id="6" name="Slide Number Placeholder 5">
            <a:extLst>
              <a:ext uri="{FF2B5EF4-FFF2-40B4-BE49-F238E27FC236}">
                <a16:creationId xmlns:a16="http://schemas.microsoft.com/office/drawing/2014/main" id="{C2FFE792-1602-2EFF-2E8A-0404AFE20AEA}"/>
              </a:ext>
            </a:extLst>
          </p:cNvPr>
          <p:cNvSpPr>
            <a:spLocks noGrp="1"/>
          </p:cNvSpPr>
          <p:nvPr>
            <p:ph type="sldNum" sz="quarter" idx="12"/>
          </p:nvPr>
        </p:nvSpPr>
        <p:spPr/>
        <p:txBody>
          <a:bodyPr/>
          <a:lstStyle/>
          <a:p>
            <a:fld id="{5EEC0C1A-B59D-47CE-BB4D-90CB421AC548}" type="slidenum">
              <a:rPr lang="en-IN" smtClean="0"/>
              <a:t>‹#›</a:t>
            </a:fld>
            <a:endParaRPr lang="en-IN"/>
          </a:p>
        </p:txBody>
      </p:sp>
    </p:spTree>
    <p:extLst>
      <p:ext uri="{BB962C8B-B14F-4D97-AF65-F5344CB8AC3E}">
        <p14:creationId xmlns:p14="http://schemas.microsoft.com/office/powerpoint/2010/main" val="125897963"/>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a:extLst>
              <a:ext uri="{FF2B5EF4-FFF2-40B4-BE49-F238E27FC236}">
                <a16:creationId xmlns:a16="http://schemas.microsoft.com/office/drawing/2014/main" id="{B9977C32-4DD3-7616-AFD4-48C29AB362CE}"/>
              </a:ext>
            </a:extLst>
          </p:cNvPr>
          <p:cNvSpPr>
            <a:spLocks noGrp="1"/>
          </p:cNvSpPr>
          <p:nvPr>
            <p:ph type="title" orient="vert"/>
          </p:nvPr>
        </p:nvSpPr>
        <p:spPr>
          <a:xfrm>
            <a:off x="8724900" y="365125"/>
            <a:ext cx="2628900" cy="5811838"/>
          </a:xfrm>
        </p:spPr>
        <p:txBody>
          <a:bodyPr vert="eaVert"/>
          <a:lstStyle/>
          <a:p>
            <a:r>
              <a:rPr lang="en-US"/>
              <a:t>Click to edit Master title style</a:t>
            </a:r>
            <a:endParaRPr lang="en-IN"/>
          </a:p>
        </p:txBody>
      </p:sp>
      <p:sp>
        <p:nvSpPr>
          <p:cNvPr id="3" name="Vertical Text Placeholder 2">
            <a:extLst>
              <a:ext uri="{FF2B5EF4-FFF2-40B4-BE49-F238E27FC236}">
                <a16:creationId xmlns:a16="http://schemas.microsoft.com/office/drawing/2014/main" id="{1DC4E544-C64D-C365-A1ED-35E3E71B1F9A}"/>
              </a:ext>
            </a:extLst>
          </p:cNvPr>
          <p:cNvSpPr>
            <a:spLocks noGrp="1"/>
          </p:cNvSpPr>
          <p:nvPr>
            <p:ph type="body" orient="vert" idx="1"/>
          </p:nvPr>
        </p:nvSpPr>
        <p:spPr>
          <a:xfrm>
            <a:off x="838200" y="365125"/>
            <a:ext cx="7734300" cy="5811838"/>
          </a:xfrm>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4" name="Date Placeholder 3">
            <a:extLst>
              <a:ext uri="{FF2B5EF4-FFF2-40B4-BE49-F238E27FC236}">
                <a16:creationId xmlns:a16="http://schemas.microsoft.com/office/drawing/2014/main" id="{8734BD0D-1CFB-50A8-A422-1219C5F1CDA3}"/>
              </a:ext>
            </a:extLst>
          </p:cNvPr>
          <p:cNvSpPr>
            <a:spLocks noGrp="1"/>
          </p:cNvSpPr>
          <p:nvPr>
            <p:ph type="dt" sz="half" idx="10"/>
          </p:nvPr>
        </p:nvSpPr>
        <p:spPr/>
        <p:txBody>
          <a:bodyPr/>
          <a:lstStyle/>
          <a:p>
            <a:fld id="{F1E25948-9685-49B4-B7D5-178421AB97CC}" type="datetimeFigureOut">
              <a:rPr lang="en-IN" smtClean="0"/>
              <a:t>18-11-2025</a:t>
            </a:fld>
            <a:endParaRPr lang="en-IN"/>
          </a:p>
        </p:txBody>
      </p:sp>
      <p:sp>
        <p:nvSpPr>
          <p:cNvPr id="5" name="Footer Placeholder 4">
            <a:extLst>
              <a:ext uri="{FF2B5EF4-FFF2-40B4-BE49-F238E27FC236}">
                <a16:creationId xmlns:a16="http://schemas.microsoft.com/office/drawing/2014/main" id="{F089CD2B-D009-2758-9A2E-6744C8FF2D7B}"/>
              </a:ext>
            </a:extLst>
          </p:cNvPr>
          <p:cNvSpPr>
            <a:spLocks noGrp="1"/>
          </p:cNvSpPr>
          <p:nvPr>
            <p:ph type="ftr" sz="quarter" idx="11"/>
          </p:nvPr>
        </p:nvSpPr>
        <p:spPr/>
        <p:txBody>
          <a:bodyPr/>
          <a:lstStyle/>
          <a:p>
            <a:endParaRPr lang="en-IN"/>
          </a:p>
        </p:txBody>
      </p:sp>
      <p:sp>
        <p:nvSpPr>
          <p:cNvPr id="6" name="Slide Number Placeholder 5">
            <a:extLst>
              <a:ext uri="{FF2B5EF4-FFF2-40B4-BE49-F238E27FC236}">
                <a16:creationId xmlns:a16="http://schemas.microsoft.com/office/drawing/2014/main" id="{E081BB80-781A-555B-88C4-55ED4E2A277D}"/>
              </a:ext>
            </a:extLst>
          </p:cNvPr>
          <p:cNvSpPr>
            <a:spLocks noGrp="1"/>
          </p:cNvSpPr>
          <p:nvPr>
            <p:ph type="sldNum" sz="quarter" idx="12"/>
          </p:nvPr>
        </p:nvSpPr>
        <p:spPr/>
        <p:txBody>
          <a:bodyPr/>
          <a:lstStyle/>
          <a:p>
            <a:fld id="{5EEC0C1A-B59D-47CE-BB4D-90CB421AC548}" type="slidenum">
              <a:rPr lang="en-IN" smtClean="0"/>
              <a:t>‹#›</a:t>
            </a:fld>
            <a:endParaRPr lang="en-IN"/>
          </a:p>
        </p:txBody>
      </p:sp>
    </p:spTree>
    <p:extLst>
      <p:ext uri="{BB962C8B-B14F-4D97-AF65-F5344CB8AC3E}">
        <p14:creationId xmlns:p14="http://schemas.microsoft.com/office/powerpoint/2010/main" val="3844726959"/>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a:extLst>
              <a:ext uri="{FF2B5EF4-FFF2-40B4-BE49-F238E27FC236}">
                <a16:creationId xmlns:a16="http://schemas.microsoft.com/office/drawing/2014/main" id="{9E223D9F-574C-B2B2-0AD9-E342CFB77948}"/>
              </a:ext>
            </a:extLst>
          </p:cNvPr>
          <p:cNvSpPr>
            <a:spLocks noGrp="1"/>
          </p:cNvSpPr>
          <p:nvPr>
            <p:ph type="title"/>
          </p:nvPr>
        </p:nvSpPr>
        <p:spPr>
          <a:xfrm>
            <a:off x="838200" y="365125"/>
            <a:ext cx="10515600" cy="1325563"/>
          </a:xfrm>
          <a:prstGeom prst="rect">
            <a:avLst/>
          </a:prstGeom>
        </p:spPr>
        <p:txBody>
          <a:bodyPr vert="horz" lIns="91440" tIns="45720" rIns="91440" bIns="45720" rtlCol="0" anchor="ctr">
            <a:normAutofit/>
          </a:bodyPr>
          <a:lstStyle/>
          <a:p>
            <a:r>
              <a:rPr lang="en-US"/>
              <a:t>Click to edit Master title style</a:t>
            </a:r>
            <a:endParaRPr lang="en-IN"/>
          </a:p>
        </p:txBody>
      </p:sp>
      <p:sp>
        <p:nvSpPr>
          <p:cNvPr id="3" name="Text Placeholder 2">
            <a:extLst>
              <a:ext uri="{FF2B5EF4-FFF2-40B4-BE49-F238E27FC236}">
                <a16:creationId xmlns:a16="http://schemas.microsoft.com/office/drawing/2014/main" id="{E8B779D0-B14E-658F-36DE-5E6660A078A0}"/>
              </a:ext>
            </a:extLst>
          </p:cNvPr>
          <p:cNvSpPr>
            <a:spLocks noGrp="1"/>
          </p:cNvSpPr>
          <p:nvPr>
            <p:ph type="body" idx="1"/>
          </p:nvPr>
        </p:nvSpPr>
        <p:spPr>
          <a:xfrm>
            <a:off x="838200" y="1825625"/>
            <a:ext cx="10515600" cy="4351338"/>
          </a:xfrm>
          <a:prstGeom prst="rect">
            <a:avLst/>
          </a:prstGeom>
        </p:spPr>
        <p:txBody>
          <a:bodyPr vert="horz" lIns="91440" tIns="45720" rIns="91440" bIns="45720" rtlCol="0">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4" name="Date Placeholder 3">
            <a:extLst>
              <a:ext uri="{FF2B5EF4-FFF2-40B4-BE49-F238E27FC236}">
                <a16:creationId xmlns:a16="http://schemas.microsoft.com/office/drawing/2014/main" id="{A3AB3EFF-FCDC-3C5C-2C84-5DC287AA9E1E}"/>
              </a:ext>
            </a:extLst>
          </p:cNvPr>
          <p:cNvSpPr>
            <a:spLocks noGrp="1"/>
          </p:cNvSpPr>
          <p:nvPr>
            <p:ph type="dt" sz="half" idx="2"/>
          </p:nvPr>
        </p:nvSpPr>
        <p:spPr>
          <a:xfrm>
            <a:off x="838200" y="6356350"/>
            <a:ext cx="27432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F1E25948-9685-49B4-B7D5-178421AB97CC}" type="datetimeFigureOut">
              <a:rPr lang="en-IN" smtClean="0"/>
              <a:t>18-11-2025</a:t>
            </a:fld>
            <a:endParaRPr lang="en-IN"/>
          </a:p>
        </p:txBody>
      </p:sp>
      <p:sp>
        <p:nvSpPr>
          <p:cNvPr id="5" name="Footer Placeholder 4">
            <a:extLst>
              <a:ext uri="{FF2B5EF4-FFF2-40B4-BE49-F238E27FC236}">
                <a16:creationId xmlns:a16="http://schemas.microsoft.com/office/drawing/2014/main" id="{CB027E23-8EB4-FA20-9FB1-82B4D5006ECB}"/>
              </a:ext>
            </a:extLst>
          </p:cNvPr>
          <p:cNvSpPr>
            <a:spLocks noGrp="1"/>
          </p:cNvSpPr>
          <p:nvPr>
            <p:ph type="ftr" sz="quarter" idx="3"/>
          </p:nvPr>
        </p:nvSpPr>
        <p:spPr>
          <a:xfrm>
            <a:off x="4038600" y="6356350"/>
            <a:ext cx="41148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IN"/>
          </a:p>
        </p:txBody>
      </p:sp>
      <p:sp>
        <p:nvSpPr>
          <p:cNvPr id="6" name="Slide Number Placeholder 5">
            <a:extLst>
              <a:ext uri="{FF2B5EF4-FFF2-40B4-BE49-F238E27FC236}">
                <a16:creationId xmlns:a16="http://schemas.microsoft.com/office/drawing/2014/main" id="{DBE2B2CA-1318-D477-F247-8BC3DE42598D}"/>
              </a:ext>
            </a:extLst>
          </p:cNvPr>
          <p:cNvSpPr>
            <a:spLocks noGrp="1"/>
          </p:cNvSpPr>
          <p:nvPr>
            <p:ph type="sldNum" sz="quarter" idx="4"/>
          </p:nvPr>
        </p:nvSpPr>
        <p:spPr>
          <a:xfrm>
            <a:off x="8610600" y="6356350"/>
            <a:ext cx="27432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5EEC0C1A-B59D-47CE-BB4D-90CB421AC548}" type="slidenum">
              <a:rPr lang="en-IN" smtClean="0"/>
              <a:t>‹#›</a:t>
            </a:fld>
            <a:endParaRPr lang="en-IN"/>
          </a:p>
        </p:txBody>
      </p:sp>
    </p:spTree>
    <p:extLst>
      <p:ext uri="{BB962C8B-B14F-4D97-AF65-F5344CB8AC3E}">
        <p14:creationId xmlns:p14="http://schemas.microsoft.com/office/powerpoint/2010/main" val="1903552323"/>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l" defTabSz="914400" rtl="0" eaLnBrk="1" latinLnBrk="0" hangingPunct="1">
        <a:lnSpc>
          <a:spcPct val="90000"/>
        </a:lnSpc>
        <a:spcBef>
          <a:spcPct val="0"/>
        </a:spcBef>
        <a:buNone/>
        <a:defRPr sz="4400" kern="1200">
          <a:solidFill>
            <a:schemeClr val="tx1"/>
          </a:solidFill>
          <a:latin typeface="+mj-lt"/>
          <a:ea typeface="+mj-ea"/>
          <a:cs typeface="+mj-cs"/>
        </a:defRPr>
      </a:lvl1pPr>
    </p:titleStyle>
    <p:body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7B11EC92-D42E-A7F3-0054-1840A3F25DE4}"/>
              </a:ext>
            </a:extLst>
          </p:cNvPr>
          <p:cNvSpPr>
            <a:spLocks noGrp="1"/>
          </p:cNvSpPr>
          <p:nvPr>
            <p:ph type="ctrTitle"/>
          </p:nvPr>
        </p:nvSpPr>
        <p:spPr>
          <a:xfrm>
            <a:off x="1089285" y="406400"/>
            <a:ext cx="9144000" cy="2387600"/>
          </a:xfrm>
        </p:spPr>
        <p:txBody>
          <a:bodyPr>
            <a:normAutofit fontScale="90000"/>
          </a:bodyPr>
          <a:lstStyle/>
          <a:p>
            <a:pPr algn="l"/>
            <a:r>
              <a:rPr lang="en-US" dirty="0"/>
              <a:t>Name – Ujjwal Kumar</a:t>
            </a:r>
            <a:br>
              <a:rPr lang="en-US" dirty="0"/>
            </a:br>
            <a:r>
              <a:rPr lang="en-US" dirty="0"/>
              <a:t>AI&amp;ML Intern </a:t>
            </a:r>
            <a:r>
              <a:rPr lang="en-US" dirty="0" err="1"/>
              <a:t>Omnie</a:t>
            </a:r>
            <a:r>
              <a:rPr lang="en-US" dirty="0"/>
              <a:t> Solutions</a:t>
            </a:r>
            <a:br>
              <a:rPr lang="en-US" dirty="0"/>
            </a:br>
            <a:r>
              <a:rPr lang="en-US" dirty="0"/>
              <a:t>Project Title- </a:t>
            </a:r>
            <a:r>
              <a:rPr lang="en-US" dirty="0" err="1"/>
              <a:t>Heart_Disease</a:t>
            </a:r>
            <a:endParaRPr lang="en-IN" dirty="0"/>
          </a:p>
        </p:txBody>
      </p:sp>
      <p:sp>
        <p:nvSpPr>
          <p:cNvPr id="3" name="Subtitle 2">
            <a:extLst>
              <a:ext uri="{FF2B5EF4-FFF2-40B4-BE49-F238E27FC236}">
                <a16:creationId xmlns:a16="http://schemas.microsoft.com/office/drawing/2014/main" id="{1C443148-EA96-D3F3-3165-6896176682A5}"/>
              </a:ext>
            </a:extLst>
          </p:cNvPr>
          <p:cNvSpPr>
            <a:spLocks noGrp="1"/>
          </p:cNvSpPr>
          <p:nvPr>
            <p:ph type="subTitle" idx="1"/>
          </p:nvPr>
        </p:nvSpPr>
        <p:spPr/>
        <p:txBody>
          <a:bodyPr/>
          <a:lstStyle/>
          <a:p>
            <a:pPr algn="l"/>
            <a:r>
              <a:rPr lang="en-US" dirty="0"/>
              <a:t>Dataset Overview- This is the dataset of the patients from the clinical features and this is the classification dataset.</a:t>
            </a:r>
          </a:p>
          <a:p>
            <a:pPr algn="l"/>
            <a:r>
              <a:rPr lang="en-US" dirty="0"/>
              <a:t>Objective / Problem Statement- Predict whether a patient is at risk of heart disease (1 = Disease, 0 = No disease) based on clinical features.</a:t>
            </a:r>
          </a:p>
          <a:p>
            <a:pPr algn="l"/>
            <a:endParaRPr lang="en-IN" dirty="0"/>
          </a:p>
        </p:txBody>
      </p:sp>
    </p:spTree>
    <p:extLst>
      <p:ext uri="{BB962C8B-B14F-4D97-AF65-F5344CB8AC3E}">
        <p14:creationId xmlns:p14="http://schemas.microsoft.com/office/powerpoint/2010/main" val="3006037164"/>
      </p:ext>
    </p:extLst>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80B6CF15-CD56-EA84-8AC0-794AF8260448}"/>
              </a:ext>
            </a:extLst>
          </p:cNvPr>
          <p:cNvSpPr>
            <a:spLocks noGrp="1"/>
          </p:cNvSpPr>
          <p:nvPr>
            <p:ph type="title"/>
          </p:nvPr>
        </p:nvSpPr>
        <p:spPr/>
        <p:txBody>
          <a:bodyPr/>
          <a:lstStyle/>
          <a:p>
            <a:r>
              <a:rPr lang="en-US" b="1" dirty="0"/>
              <a:t>Data</a:t>
            </a:r>
            <a:r>
              <a:rPr lang="en-US" dirty="0"/>
              <a:t> </a:t>
            </a:r>
            <a:r>
              <a:rPr lang="en-US" b="1" dirty="0"/>
              <a:t>Understanding</a:t>
            </a:r>
            <a:r>
              <a:rPr lang="en-US" dirty="0"/>
              <a:t> &amp; </a:t>
            </a:r>
            <a:r>
              <a:rPr lang="en-US" b="1" dirty="0"/>
              <a:t>Cleaning</a:t>
            </a:r>
            <a:endParaRPr lang="en-IN" b="1" dirty="0"/>
          </a:p>
        </p:txBody>
      </p:sp>
      <p:sp>
        <p:nvSpPr>
          <p:cNvPr id="3" name="Content Placeholder 2">
            <a:extLst>
              <a:ext uri="{FF2B5EF4-FFF2-40B4-BE49-F238E27FC236}">
                <a16:creationId xmlns:a16="http://schemas.microsoft.com/office/drawing/2014/main" id="{B7BF2CBB-D6EC-DACA-CE9F-28B515FD34EB}"/>
              </a:ext>
            </a:extLst>
          </p:cNvPr>
          <p:cNvSpPr>
            <a:spLocks noGrp="1"/>
          </p:cNvSpPr>
          <p:nvPr>
            <p:ph idx="1"/>
          </p:nvPr>
        </p:nvSpPr>
        <p:spPr/>
        <p:txBody>
          <a:bodyPr>
            <a:normAutofit fontScale="92500"/>
          </a:bodyPr>
          <a:lstStyle/>
          <a:p>
            <a:r>
              <a:rPr lang="en-US" dirty="0"/>
              <a:t>First we have performed the EDA on the dataset in which we have imported the libraries and then read data and then check the shape size of the dataset  and then see the missing values and duplicate values on the dataset.</a:t>
            </a:r>
            <a:r>
              <a:rPr lang="en-IN" dirty="0"/>
              <a:t> After that we check the numeric values and then plot the histogram and Boxplot graph and then made the correlation heatmap. This is done in the EDA.</a:t>
            </a:r>
          </a:p>
          <a:p>
            <a:r>
              <a:rPr lang="en-IN" dirty="0"/>
              <a:t>Since we don’t have null value in the dataset then we have done Label Encoder and one hot encoding and </a:t>
            </a:r>
            <a:r>
              <a:rPr lang="en-IN" dirty="0" err="1"/>
              <a:t>MinMax</a:t>
            </a:r>
            <a:r>
              <a:rPr lang="en-IN" dirty="0"/>
              <a:t> Scaler on the dataset.</a:t>
            </a:r>
          </a:p>
          <a:p>
            <a:r>
              <a:rPr lang="en-IN" dirty="0"/>
              <a:t>Challenges Faced during the data exploration is that the dataset is not having any missing data to impute and also in the testing data we don’t have the target variable.</a:t>
            </a:r>
            <a:endParaRPr lang="en-US" dirty="0"/>
          </a:p>
        </p:txBody>
      </p:sp>
    </p:spTree>
    <p:extLst>
      <p:ext uri="{BB962C8B-B14F-4D97-AF65-F5344CB8AC3E}">
        <p14:creationId xmlns:p14="http://schemas.microsoft.com/office/powerpoint/2010/main" val="3780180316"/>
      </p:ext>
    </p:extLst>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91636169-B57B-B010-E720-D2F4C8B07A6F}"/>
              </a:ext>
            </a:extLst>
          </p:cNvPr>
          <p:cNvSpPr>
            <a:spLocks noGrp="1"/>
          </p:cNvSpPr>
          <p:nvPr>
            <p:ph type="title"/>
          </p:nvPr>
        </p:nvSpPr>
        <p:spPr/>
        <p:txBody>
          <a:bodyPr/>
          <a:lstStyle/>
          <a:p>
            <a:r>
              <a:rPr lang="en-US" dirty="0"/>
              <a:t>Approach / Methodology</a:t>
            </a:r>
            <a:endParaRPr lang="en-IN" dirty="0"/>
          </a:p>
        </p:txBody>
      </p:sp>
      <p:sp>
        <p:nvSpPr>
          <p:cNvPr id="3" name="Content Placeholder 2">
            <a:extLst>
              <a:ext uri="{FF2B5EF4-FFF2-40B4-BE49-F238E27FC236}">
                <a16:creationId xmlns:a16="http://schemas.microsoft.com/office/drawing/2014/main" id="{3CE49E7D-6E3B-49D0-188A-9D1F99E030CB}"/>
              </a:ext>
            </a:extLst>
          </p:cNvPr>
          <p:cNvSpPr>
            <a:spLocks noGrp="1"/>
          </p:cNvSpPr>
          <p:nvPr>
            <p:ph idx="1"/>
          </p:nvPr>
        </p:nvSpPr>
        <p:spPr>
          <a:xfrm>
            <a:off x="838200" y="1375921"/>
            <a:ext cx="10515600" cy="4351338"/>
          </a:xfrm>
        </p:spPr>
        <p:txBody>
          <a:bodyPr>
            <a:normAutofit fontScale="77500" lnSpcReduction="20000"/>
          </a:bodyPr>
          <a:lstStyle/>
          <a:p>
            <a:r>
              <a:rPr lang="en-US" dirty="0"/>
              <a:t>First we have performed the EDA on the given </a:t>
            </a:r>
            <a:r>
              <a:rPr lang="en-US" dirty="0" err="1"/>
              <a:t>datset</a:t>
            </a:r>
            <a:r>
              <a:rPr lang="en-US" dirty="0"/>
              <a:t> and then we have seen that the dataset is not having any missing value and after that we have done Label Encoder, One Hot Encoding and at last </a:t>
            </a:r>
            <a:r>
              <a:rPr lang="en-US" dirty="0" err="1"/>
              <a:t>MinMax</a:t>
            </a:r>
            <a:r>
              <a:rPr lang="en-US" dirty="0"/>
              <a:t> </a:t>
            </a:r>
            <a:r>
              <a:rPr lang="en-US" dirty="0" err="1"/>
              <a:t>Scaller</a:t>
            </a:r>
            <a:r>
              <a:rPr lang="en-US" dirty="0"/>
              <a:t>.</a:t>
            </a:r>
          </a:p>
          <a:p>
            <a:r>
              <a:rPr lang="en-US" dirty="0"/>
              <a:t>Techniques and models used in the dataset is Label Encoder, One Hot Encoding , </a:t>
            </a:r>
            <a:r>
              <a:rPr lang="en-US" dirty="0" err="1"/>
              <a:t>MinMax</a:t>
            </a:r>
            <a:r>
              <a:rPr lang="en-US" dirty="0"/>
              <a:t> </a:t>
            </a:r>
            <a:r>
              <a:rPr lang="en-US" dirty="0" err="1"/>
              <a:t>Scaller</a:t>
            </a:r>
            <a:r>
              <a:rPr lang="en-US" dirty="0"/>
              <a:t> and after that we have seen that the dataset is classification dataset then we have applied the Logistic Regression , Random Forest Regressor and XG Boost and in that we have made the confusion matrix , ROC Curve Comparison and Feature Importance in the </a:t>
            </a:r>
            <a:r>
              <a:rPr lang="en-US" dirty="0" err="1"/>
              <a:t>datset</a:t>
            </a:r>
            <a:r>
              <a:rPr lang="en-US" dirty="0"/>
              <a:t>.</a:t>
            </a:r>
          </a:p>
          <a:p>
            <a:r>
              <a:rPr lang="en-US" dirty="0"/>
              <a:t>We have used Label Encoder, One Hot Encoding and </a:t>
            </a:r>
            <a:r>
              <a:rPr lang="en-US" dirty="0" err="1"/>
              <a:t>MinMax</a:t>
            </a:r>
            <a:r>
              <a:rPr lang="en-US" dirty="0"/>
              <a:t> and after that Logistic Regression, Random Forest Regressor and XG Boost . We have used these things to prepare the data for machine learning models and to improve model performance and accuracy score and they are appropriately handled for predictive modeling.</a:t>
            </a:r>
          </a:p>
          <a:p>
            <a:r>
              <a:rPr lang="en-US" dirty="0"/>
              <a:t>We have done Logistic Regression , Random Forest and XG Boost and also in that we have find the confusion matrix , ROC Curve Comparison and Feature Importance in the </a:t>
            </a:r>
            <a:r>
              <a:rPr lang="en-US" dirty="0" err="1"/>
              <a:t>datset</a:t>
            </a:r>
            <a:r>
              <a:rPr lang="en-US" dirty="0"/>
              <a:t>.</a:t>
            </a:r>
            <a:endParaRPr lang="en-IN" dirty="0"/>
          </a:p>
        </p:txBody>
      </p:sp>
    </p:spTree>
    <p:extLst>
      <p:ext uri="{BB962C8B-B14F-4D97-AF65-F5344CB8AC3E}">
        <p14:creationId xmlns:p14="http://schemas.microsoft.com/office/powerpoint/2010/main" val="369958043"/>
      </p:ext>
    </p:extLst>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3E6AF7CA-E3EC-7F1D-44A3-C3DDD3D15B9E}"/>
              </a:ext>
            </a:extLst>
          </p:cNvPr>
          <p:cNvSpPr>
            <a:spLocks noGrp="1"/>
          </p:cNvSpPr>
          <p:nvPr>
            <p:ph type="title"/>
          </p:nvPr>
        </p:nvSpPr>
        <p:spPr/>
        <p:txBody>
          <a:bodyPr/>
          <a:lstStyle/>
          <a:p>
            <a:r>
              <a:rPr lang="en-US" b="1" dirty="0"/>
              <a:t>Results &amp; Insights</a:t>
            </a:r>
            <a:endParaRPr lang="en-IN" dirty="0"/>
          </a:p>
        </p:txBody>
      </p:sp>
      <p:sp>
        <p:nvSpPr>
          <p:cNvPr id="3" name="Content Placeholder 2">
            <a:extLst>
              <a:ext uri="{FF2B5EF4-FFF2-40B4-BE49-F238E27FC236}">
                <a16:creationId xmlns:a16="http://schemas.microsoft.com/office/drawing/2014/main" id="{BE2389D5-429A-CA75-FEE9-B2D3671AA6CD}"/>
              </a:ext>
            </a:extLst>
          </p:cNvPr>
          <p:cNvSpPr>
            <a:spLocks noGrp="1"/>
          </p:cNvSpPr>
          <p:nvPr>
            <p:ph idx="1"/>
          </p:nvPr>
        </p:nvSpPr>
        <p:spPr/>
        <p:txBody>
          <a:bodyPr>
            <a:normAutofit lnSpcReduction="10000"/>
          </a:bodyPr>
          <a:lstStyle/>
          <a:p>
            <a:r>
              <a:rPr lang="en-US" dirty="0"/>
              <a:t>We have three </a:t>
            </a:r>
            <a:r>
              <a:rPr lang="en-US" dirty="0" err="1"/>
              <a:t>Accurcy</a:t>
            </a:r>
            <a:r>
              <a:rPr lang="en-US" dirty="0"/>
              <a:t> Score Logistic Regression: 0.90244 AUC of Logistic Regression: 0.73649 and </a:t>
            </a:r>
            <a:r>
              <a:rPr lang="en-US" dirty="0" err="1"/>
              <a:t>Accurcy</a:t>
            </a:r>
            <a:r>
              <a:rPr lang="en-US" dirty="0"/>
              <a:t> Score of Random Forest Classifier: 0.87805 AUC of Random Forest Classifier: 0.74662 and </a:t>
            </a:r>
            <a:r>
              <a:rPr lang="en-IN" dirty="0" err="1"/>
              <a:t>Accurcy</a:t>
            </a:r>
            <a:r>
              <a:rPr lang="en-IN" dirty="0"/>
              <a:t> Score of XGB Classifier: 0.82927 AUC of XGB Classifier: 0.77703 . These are for testing data and for training data </a:t>
            </a:r>
            <a:r>
              <a:rPr lang="en-US" dirty="0" err="1"/>
              <a:t>Accurcy</a:t>
            </a:r>
            <a:r>
              <a:rPr lang="en-US" dirty="0"/>
              <a:t> Score of Logistic Regression: 0.71341 AUC of Logistic Regression: 0.96105 and </a:t>
            </a:r>
            <a:r>
              <a:rPr lang="en-US" dirty="0" err="1"/>
              <a:t>Accurcy</a:t>
            </a:r>
            <a:r>
              <a:rPr lang="en-US" dirty="0"/>
              <a:t> Score of Random Forest Classifier: 0.98171 AUC of Random Forest Classifier: 0.99700 and </a:t>
            </a:r>
            <a:r>
              <a:rPr lang="en-IN" dirty="0" err="1"/>
              <a:t>Accurcy</a:t>
            </a:r>
            <a:r>
              <a:rPr lang="en-IN" dirty="0"/>
              <a:t> Score of XGB Classifier: 0.96341 AUC of XGB Classifier: 0.98936.</a:t>
            </a:r>
          </a:p>
          <a:p>
            <a:r>
              <a:rPr lang="en-IN" dirty="0"/>
              <a:t>Key Visualization is that we are having the accuracy score good in the training data and the summary is that we can say that the model is fine as we are getting good accuracy score.</a:t>
            </a:r>
          </a:p>
          <a:p>
            <a:endParaRPr lang="en-IN" dirty="0"/>
          </a:p>
        </p:txBody>
      </p:sp>
    </p:spTree>
    <p:extLst>
      <p:ext uri="{BB962C8B-B14F-4D97-AF65-F5344CB8AC3E}">
        <p14:creationId xmlns:p14="http://schemas.microsoft.com/office/powerpoint/2010/main" val="1424433758"/>
      </p:ext>
    </p:extLst>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61660867-E740-1D60-6C77-8D1C95AABF84}"/>
              </a:ext>
            </a:extLst>
          </p:cNvPr>
          <p:cNvSpPr>
            <a:spLocks noGrp="1"/>
          </p:cNvSpPr>
          <p:nvPr>
            <p:ph type="title"/>
          </p:nvPr>
        </p:nvSpPr>
        <p:spPr/>
        <p:txBody>
          <a:bodyPr/>
          <a:lstStyle/>
          <a:p>
            <a:r>
              <a:rPr lang="en-US" b="1" dirty="0"/>
              <a:t>Challenges, Learnings &amp; Next Steps</a:t>
            </a:r>
            <a:endParaRPr lang="en-IN" dirty="0"/>
          </a:p>
        </p:txBody>
      </p:sp>
      <p:sp>
        <p:nvSpPr>
          <p:cNvPr id="3" name="Content Placeholder 2">
            <a:extLst>
              <a:ext uri="{FF2B5EF4-FFF2-40B4-BE49-F238E27FC236}">
                <a16:creationId xmlns:a16="http://schemas.microsoft.com/office/drawing/2014/main" id="{684CD2EE-BBA1-6CB2-DD14-24E2DA8EB2CF}"/>
              </a:ext>
            </a:extLst>
          </p:cNvPr>
          <p:cNvSpPr>
            <a:spLocks noGrp="1"/>
          </p:cNvSpPr>
          <p:nvPr>
            <p:ph idx="1"/>
          </p:nvPr>
        </p:nvSpPr>
        <p:spPr/>
        <p:txBody>
          <a:bodyPr/>
          <a:lstStyle/>
          <a:p>
            <a:r>
              <a:rPr lang="en-US" dirty="0"/>
              <a:t>We have only the two major challenges that the dataset is not having any missing value and also the  testing data is not having the target variable. After that we have taken one  target value by assuming the target variable in the testing data.</a:t>
            </a:r>
          </a:p>
          <a:p>
            <a:r>
              <a:rPr lang="en-US" dirty="0"/>
              <a:t>Key </a:t>
            </a:r>
            <a:r>
              <a:rPr lang="en-US" dirty="0" err="1"/>
              <a:t>Learings</a:t>
            </a:r>
            <a:r>
              <a:rPr lang="en-US" dirty="0"/>
              <a:t> are that how we can get the good accuracy score and also how to apply the models on the dataset .</a:t>
            </a:r>
          </a:p>
          <a:p>
            <a:r>
              <a:rPr lang="en-US" dirty="0"/>
              <a:t>We can improve more things in this we can use Hyperparameter tuning in all the classification models and also we can use </a:t>
            </a:r>
            <a:r>
              <a:rPr lang="en-US" dirty="0" err="1"/>
              <a:t>cadboost</a:t>
            </a:r>
            <a:r>
              <a:rPr lang="en-US" dirty="0"/>
              <a:t> and neural network on this dataset and also we can use hyperparameter tuning using </a:t>
            </a:r>
            <a:r>
              <a:rPr lang="en-US" dirty="0" err="1"/>
              <a:t>gridsearch</a:t>
            </a:r>
            <a:r>
              <a:rPr lang="en-US"/>
              <a:t>.</a:t>
            </a:r>
            <a:endParaRPr lang="en-US" dirty="0"/>
          </a:p>
          <a:p>
            <a:endParaRPr lang="en-IN" dirty="0"/>
          </a:p>
        </p:txBody>
      </p:sp>
    </p:spTree>
    <p:extLst>
      <p:ext uri="{BB962C8B-B14F-4D97-AF65-F5344CB8AC3E}">
        <p14:creationId xmlns:p14="http://schemas.microsoft.com/office/powerpoint/2010/main" val="165972568"/>
      </p:ext>
    </p:extLst>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0</TotalTime>
  <Words>644</Words>
  <Application>Microsoft Office PowerPoint</Application>
  <PresentationFormat>Widescreen</PresentationFormat>
  <Paragraphs>19</Paragraphs>
  <Slides>5</Slides>
  <Notes>0</Notes>
  <HiddenSlides>0</HiddenSlides>
  <MMClips>0</MMClips>
  <ScaleCrop>false</ScaleCrop>
  <HeadingPairs>
    <vt:vector size="6" baseType="variant">
      <vt:variant>
        <vt:lpstr>Fonts Used</vt:lpstr>
      </vt:variant>
      <vt:variant>
        <vt:i4>3</vt:i4>
      </vt:variant>
      <vt:variant>
        <vt:lpstr>Theme</vt:lpstr>
      </vt:variant>
      <vt:variant>
        <vt:i4>1</vt:i4>
      </vt:variant>
      <vt:variant>
        <vt:lpstr>Slide Titles</vt:lpstr>
      </vt:variant>
      <vt:variant>
        <vt:i4>5</vt:i4>
      </vt:variant>
    </vt:vector>
  </HeadingPairs>
  <TitlesOfParts>
    <vt:vector size="9" baseType="lpstr">
      <vt:lpstr>Arial</vt:lpstr>
      <vt:lpstr>Calibri</vt:lpstr>
      <vt:lpstr>Calibri Light</vt:lpstr>
      <vt:lpstr>Office Theme</vt:lpstr>
      <vt:lpstr>Name – Ujjwal Kumar AI&amp;ML Intern Omnie Solutions Project Title- Heart_Disease</vt:lpstr>
      <vt:lpstr>Data Understanding &amp; Cleaning</vt:lpstr>
      <vt:lpstr>Approach / Methodology</vt:lpstr>
      <vt:lpstr>Results &amp; Insights</vt:lpstr>
      <vt:lpstr>Challenges, Learnings &amp; Next Steps</vt:lpstr>
    </vt:vector>
  </TitlesOfParts>
  <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
  <dc:creator>Ujjwal Kumar</dc:creator>
  <cp:lastModifiedBy>Ujjwal Kumar</cp:lastModifiedBy>
  <cp:revision>1</cp:revision>
  <dcterms:created xsi:type="dcterms:W3CDTF">2025-11-18T13:19:47Z</dcterms:created>
  <dcterms:modified xsi:type="dcterms:W3CDTF">2025-11-18T13:20:01Z</dcterms:modified>
</cp:coreProperties>
</file>